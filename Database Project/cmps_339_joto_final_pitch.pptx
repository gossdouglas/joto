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Roboto" pitchFamily="2" charset="0"/>
      <p:regular r:id="rId10"/>
      <p:bold r:id="rId11"/>
    </p:embeddedFont>
    <p:embeddedFont>
      <p:font typeface="Montserrat" charset="0"/>
      <p:regular r:id="rId12"/>
      <p:bold r:id="rId13"/>
      <p:italic r:id="rId14"/>
      <p:boldItalic r:id="rId15"/>
    </p:embeddedFont>
    <p:embeddedFont>
      <p:font typeface="Lato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93AC0E33-B729-4E76-A894-55F344C1AE3E}">
  <a:tblStyle styleId="{93AC0E33-B729-4E76-A894-55F344C1AE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A9A28BE-4A3A-4733-94B3-A36B71683B8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-456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377144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2e68f520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2e68f520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2f56b663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2f56b663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30bbc76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30bbc76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439bf14e7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439bf14e7b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30d777e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430d777e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30d777e65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430d777e65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Annorum Supra Database</a:t>
            </a:r>
            <a:endParaRPr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7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Joshua Castaneda &amp; Douglas Goss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613700" y="1578125"/>
            <a:ext cx="38430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Crafter of laser engraved 19th century  Louisiana maps</a:t>
            </a:r>
            <a:endParaRPr sz="18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350" y="984025"/>
            <a:ext cx="4132274" cy="353084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/>
          <p:nvPr/>
        </p:nvSpPr>
        <p:spPr>
          <a:xfrm>
            <a:off x="289100" y="172425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4"/>
          <p:cNvSpPr txBox="1">
            <a:spLocks noGrp="1"/>
          </p:cNvSpPr>
          <p:nvPr>
            <p:ph type="body" idx="1"/>
          </p:nvPr>
        </p:nvSpPr>
        <p:spPr>
          <a:xfrm>
            <a:off x="652800" y="2571750"/>
            <a:ext cx="38430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Vendor to shops in Covington and New Orleans</a:t>
            </a:r>
            <a:endParaRPr sz="1800"/>
          </a:p>
        </p:txBody>
      </p:sp>
      <p:sp>
        <p:nvSpPr>
          <p:cNvPr id="145" name="Google Shape;145;p14"/>
          <p:cNvSpPr txBox="1">
            <a:spLocks noGrp="1"/>
          </p:cNvSpPr>
          <p:nvPr>
            <p:ph type="body" idx="1"/>
          </p:nvPr>
        </p:nvSpPr>
        <p:spPr>
          <a:xfrm>
            <a:off x="652800" y="3565375"/>
            <a:ext cx="38430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dirty="0"/>
              <a:t>Volume of about </a:t>
            </a:r>
            <a:r>
              <a:rPr lang="en" sz="1800" dirty="0" smtClean="0"/>
              <a:t> 200 </a:t>
            </a:r>
            <a:r>
              <a:rPr lang="en" sz="1800" dirty="0"/>
              <a:t>per year</a:t>
            </a:r>
            <a:endParaRPr sz="1800" dirty="0"/>
          </a:p>
        </p:txBody>
      </p:sp>
      <p:sp>
        <p:nvSpPr>
          <p:cNvPr id="146" name="Google Shape;146;p14"/>
          <p:cNvSpPr/>
          <p:nvPr/>
        </p:nvSpPr>
        <p:spPr>
          <a:xfrm>
            <a:off x="289100" y="263785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289100" y="365100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74;p16"/>
          <p:cNvSpPr txBox="1">
            <a:spLocks/>
          </p:cNvSpPr>
          <p:nvPr/>
        </p:nvSpPr>
        <p:spPr>
          <a:xfrm>
            <a:off x="3803551" y="356184"/>
            <a:ext cx="1163659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US" dirty="0" smtClean="0"/>
              <a:t>Client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838581" y="4119425"/>
            <a:ext cx="35430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Tracking of sales</a:t>
            </a:r>
            <a:endParaRPr sz="1800"/>
          </a:p>
        </p:txBody>
      </p:sp>
      <p:sp>
        <p:nvSpPr>
          <p:cNvPr id="154" name="Google Shape;154;p15"/>
          <p:cNvSpPr/>
          <p:nvPr/>
        </p:nvSpPr>
        <p:spPr>
          <a:xfrm>
            <a:off x="513981" y="426555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838581" y="1562300"/>
            <a:ext cx="25056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dirty="0"/>
              <a:t>Product </a:t>
            </a:r>
            <a:r>
              <a:rPr lang="en" sz="1800" dirty="0" smtClean="0"/>
              <a:t> management</a:t>
            </a:r>
            <a:endParaRPr sz="1800" dirty="0"/>
          </a:p>
        </p:txBody>
      </p:sp>
      <p:sp>
        <p:nvSpPr>
          <p:cNvPr id="156" name="Google Shape;156;p15"/>
          <p:cNvSpPr/>
          <p:nvPr/>
        </p:nvSpPr>
        <p:spPr>
          <a:xfrm>
            <a:off x="513981" y="1708425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1"/>
          </p:nvPr>
        </p:nvSpPr>
        <p:spPr>
          <a:xfrm>
            <a:off x="838581" y="2142525"/>
            <a:ext cx="33237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dirty="0" smtClean="0"/>
              <a:t>Product  prices  based  on  shop</a:t>
            </a:r>
            <a:endParaRPr sz="1800" dirty="0"/>
          </a:p>
        </p:txBody>
      </p:sp>
      <p:sp>
        <p:nvSpPr>
          <p:cNvPr id="158" name="Google Shape;158;p15"/>
          <p:cNvSpPr/>
          <p:nvPr/>
        </p:nvSpPr>
        <p:spPr>
          <a:xfrm>
            <a:off x="513981" y="228865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1"/>
          </p:nvPr>
        </p:nvSpPr>
        <p:spPr>
          <a:xfrm>
            <a:off x="838581" y="2726925"/>
            <a:ext cx="35430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dirty="0"/>
              <a:t>Preferred materials and vendors</a:t>
            </a:r>
            <a:endParaRPr sz="1800" dirty="0"/>
          </a:p>
        </p:txBody>
      </p:sp>
      <p:sp>
        <p:nvSpPr>
          <p:cNvPr id="160" name="Google Shape;160;p15"/>
          <p:cNvSpPr/>
          <p:nvPr/>
        </p:nvSpPr>
        <p:spPr>
          <a:xfrm>
            <a:off x="513981" y="287305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1"/>
          </p:nvPr>
        </p:nvSpPr>
        <p:spPr>
          <a:xfrm>
            <a:off x="838581" y="3307150"/>
            <a:ext cx="35430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Generate invoices to accompany shipment</a:t>
            </a:r>
            <a:endParaRPr sz="1800"/>
          </a:p>
        </p:txBody>
      </p:sp>
      <p:sp>
        <p:nvSpPr>
          <p:cNvPr id="162" name="Google Shape;162;p15"/>
          <p:cNvSpPr/>
          <p:nvPr/>
        </p:nvSpPr>
        <p:spPr>
          <a:xfrm>
            <a:off x="513981" y="3453275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"/>
          </p:nvPr>
        </p:nvSpPr>
        <p:spPr>
          <a:xfrm>
            <a:off x="5688128" y="1562300"/>
            <a:ext cx="25056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dirty="0"/>
              <a:t>Past invoices</a:t>
            </a:r>
            <a:endParaRPr sz="1800" dirty="0"/>
          </a:p>
        </p:txBody>
      </p:sp>
      <p:sp>
        <p:nvSpPr>
          <p:cNvPr id="164" name="Google Shape;164;p15"/>
          <p:cNvSpPr/>
          <p:nvPr/>
        </p:nvSpPr>
        <p:spPr>
          <a:xfrm>
            <a:off x="5363528" y="1708425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5"/>
          <p:cNvSpPr txBox="1">
            <a:spLocks noGrp="1"/>
          </p:cNvSpPr>
          <p:nvPr>
            <p:ph type="body" idx="1"/>
          </p:nvPr>
        </p:nvSpPr>
        <p:spPr>
          <a:xfrm>
            <a:off x="5688128" y="2142525"/>
            <a:ext cx="25056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Receipts</a:t>
            </a:r>
            <a:endParaRPr sz="1800"/>
          </a:p>
        </p:txBody>
      </p:sp>
      <p:sp>
        <p:nvSpPr>
          <p:cNvPr id="166" name="Google Shape;166;p15"/>
          <p:cNvSpPr/>
          <p:nvPr/>
        </p:nvSpPr>
        <p:spPr>
          <a:xfrm>
            <a:off x="5363528" y="228865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"/>
          <p:cNvSpPr txBox="1">
            <a:spLocks noGrp="1"/>
          </p:cNvSpPr>
          <p:nvPr>
            <p:ph type="body" idx="1"/>
          </p:nvPr>
        </p:nvSpPr>
        <p:spPr>
          <a:xfrm>
            <a:off x="5688128" y="2691586"/>
            <a:ext cx="25056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Mockaroo</a:t>
            </a:r>
            <a:endParaRPr sz="1800"/>
          </a:p>
        </p:txBody>
      </p:sp>
      <p:sp>
        <p:nvSpPr>
          <p:cNvPr id="168" name="Google Shape;168;p15"/>
          <p:cNvSpPr/>
          <p:nvPr/>
        </p:nvSpPr>
        <p:spPr>
          <a:xfrm>
            <a:off x="5363528" y="2837711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>
            <a:off x="4688456" y="1621950"/>
            <a:ext cx="0" cy="287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174;p16"/>
          <p:cNvSpPr txBox="1">
            <a:spLocks noGrp="1"/>
          </p:cNvSpPr>
          <p:nvPr>
            <p:ph type="title"/>
          </p:nvPr>
        </p:nvSpPr>
        <p:spPr>
          <a:xfrm>
            <a:off x="1870545" y="356184"/>
            <a:ext cx="5402910" cy="5762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Client Requirements/Data Sources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919" y="1510255"/>
            <a:ext cx="8067230" cy="3453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74;p16"/>
          <p:cNvSpPr txBox="1">
            <a:spLocks/>
          </p:cNvSpPr>
          <p:nvPr/>
        </p:nvSpPr>
        <p:spPr>
          <a:xfrm>
            <a:off x="1721498" y="356184"/>
            <a:ext cx="5701004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US" dirty="0" smtClean="0"/>
              <a:t>Potential Relations and Attributes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5625"/>
            <a:ext cx="8839199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575" y="3107400"/>
            <a:ext cx="7800975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74;p16"/>
          <p:cNvSpPr txBox="1">
            <a:spLocks/>
          </p:cNvSpPr>
          <p:nvPr/>
        </p:nvSpPr>
        <p:spPr>
          <a:xfrm>
            <a:off x="1721498" y="356184"/>
            <a:ext cx="5701004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US" dirty="0" smtClean="0"/>
              <a:t>Potential Relations and Attributes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8"/>
          <p:cNvGrpSpPr/>
          <p:nvPr/>
        </p:nvGrpSpPr>
        <p:grpSpPr>
          <a:xfrm>
            <a:off x="4385350" y="2293550"/>
            <a:ext cx="2409402" cy="1842875"/>
            <a:chOff x="4398300" y="2286424"/>
            <a:chExt cx="2409402" cy="1842875"/>
          </a:xfrm>
        </p:grpSpPr>
        <p:sp>
          <p:nvSpPr>
            <p:cNvPr id="195" name="Google Shape;195;p18"/>
            <p:cNvSpPr/>
            <p:nvPr/>
          </p:nvSpPr>
          <p:spPr>
            <a:xfrm>
              <a:off x="4849302" y="3079475"/>
              <a:ext cx="19584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6" name="Google Shape;196;p18"/>
            <p:cNvGrpSpPr/>
            <p:nvPr/>
          </p:nvGrpSpPr>
          <p:grpSpPr>
            <a:xfrm>
              <a:off x="4398300" y="2286424"/>
              <a:ext cx="1678175" cy="1842875"/>
              <a:chOff x="4398300" y="2286424"/>
              <a:chExt cx="1678175" cy="1842875"/>
            </a:xfrm>
          </p:grpSpPr>
          <p:grpSp>
            <p:nvGrpSpPr>
              <p:cNvPr id="197" name="Google Shape;197;p18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98" name="Google Shape;198;p18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99" name="Google Shape;199;p18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00" name="Google Shape;200;p18"/>
              <p:cNvSpPr txBox="1"/>
              <p:nvPr/>
            </p:nvSpPr>
            <p:spPr>
              <a:xfrm>
                <a:off x="4526675" y="3303999"/>
                <a:ext cx="1549800" cy="82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>
                    <a:solidFill>
                      <a:srgbClr val="F3F3F3"/>
                    </a:solidFill>
                    <a:latin typeface="Roboto"/>
                    <a:ea typeface="Roboto"/>
                    <a:cs typeface="Roboto"/>
                    <a:sym typeface="Roboto"/>
                  </a:rPr>
                  <a:t>Thorough testing with practical use and routine</a:t>
                </a:r>
                <a:endParaRPr sz="1200" b="1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01" name="Google Shape;201;p18"/>
              <p:cNvSpPr txBox="1"/>
              <p:nvPr/>
            </p:nvSpPr>
            <p:spPr>
              <a:xfrm>
                <a:off x="4398300" y="2286424"/>
                <a:ext cx="1288800" cy="47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>
                    <a:solidFill>
                      <a:srgbClr val="F3F3F3"/>
                    </a:solidFill>
                    <a:latin typeface="Roboto"/>
                    <a:ea typeface="Roboto"/>
                    <a:cs typeface="Roboto"/>
                    <a:sym typeface="Roboto"/>
                  </a:rPr>
                  <a:t>Weeks 5 &amp; 6 </a:t>
                </a:r>
                <a:endParaRPr sz="1200" b="1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02" name="Google Shape;202;p18"/>
          <p:cNvGrpSpPr/>
          <p:nvPr/>
        </p:nvGrpSpPr>
        <p:grpSpPr>
          <a:xfrm>
            <a:off x="6422850" y="2330125"/>
            <a:ext cx="2721150" cy="2115251"/>
            <a:chOff x="6435800" y="2322999"/>
            <a:chExt cx="2721150" cy="2115251"/>
          </a:xfrm>
        </p:grpSpPr>
        <p:sp>
          <p:nvSpPr>
            <p:cNvPr id="203" name="Google Shape;203;p18"/>
            <p:cNvSpPr/>
            <p:nvPr/>
          </p:nvSpPr>
          <p:spPr>
            <a:xfrm>
              <a:off x="6807650" y="3079475"/>
              <a:ext cx="23493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4" name="Google Shape;204;p18"/>
            <p:cNvGrpSpPr/>
            <p:nvPr/>
          </p:nvGrpSpPr>
          <p:grpSpPr>
            <a:xfrm>
              <a:off x="6435800" y="2322999"/>
              <a:ext cx="2494573" cy="2115251"/>
              <a:chOff x="6435800" y="2322999"/>
              <a:chExt cx="2494573" cy="2115251"/>
            </a:xfrm>
          </p:grpSpPr>
          <p:grpSp>
            <p:nvGrpSpPr>
              <p:cNvPr id="205" name="Google Shape;205;p18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206" name="Google Shape;206;p18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207" name="Google Shape;207;p18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08" name="Google Shape;208;p18"/>
              <p:cNvSpPr txBox="1"/>
              <p:nvPr/>
            </p:nvSpPr>
            <p:spPr>
              <a:xfrm>
                <a:off x="6435800" y="2322999"/>
                <a:ext cx="1247100" cy="69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>
                    <a:solidFill>
                      <a:srgbClr val="F3F3F3"/>
                    </a:solidFill>
                    <a:latin typeface="Roboto"/>
                    <a:ea typeface="Roboto"/>
                    <a:cs typeface="Roboto"/>
                    <a:sym typeface="Roboto"/>
                  </a:rPr>
                  <a:t>Weeks 7 &amp; 8 </a:t>
                </a:r>
                <a:endParaRPr sz="1200" b="1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09" name="Google Shape;209;p18"/>
              <p:cNvSpPr txBox="1"/>
              <p:nvPr/>
            </p:nvSpPr>
            <p:spPr>
              <a:xfrm>
                <a:off x="6676773" y="349445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>
                    <a:solidFill>
                      <a:srgbClr val="F3F3F3"/>
                    </a:solidFill>
                    <a:latin typeface="Roboto"/>
                    <a:ea typeface="Roboto"/>
                    <a:cs typeface="Roboto"/>
                    <a:sym typeface="Roboto"/>
                  </a:rPr>
                  <a:t>Final errors being dealt with and overall polishing of finale product</a:t>
                </a:r>
                <a:r>
                  <a:rPr lang="en" sz="800">
                    <a:solidFill>
                      <a:srgbClr val="F3F3F3"/>
                    </a:solidFill>
                    <a:latin typeface="Roboto"/>
                    <a:ea typeface="Roboto"/>
                    <a:cs typeface="Roboto"/>
                    <a:sym typeface="Roboto"/>
                  </a:rPr>
                  <a:t>.</a:t>
                </a:r>
                <a:endParaRPr sz="800" b="1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10" name="Google Shape;210;p18"/>
          <p:cNvGrpSpPr/>
          <p:nvPr/>
        </p:nvGrpSpPr>
        <p:grpSpPr>
          <a:xfrm>
            <a:off x="370225" y="2330113"/>
            <a:ext cx="2507825" cy="1882413"/>
            <a:chOff x="383175" y="2322986"/>
            <a:chExt cx="2507825" cy="1882413"/>
          </a:xfrm>
        </p:grpSpPr>
        <p:sp>
          <p:nvSpPr>
            <p:cNvPr id="211" name="Google Shape;211;p18"/>
            <p:cNvSpPr/>
            <p:nvPr/>
          </p:nvSpPr>
          <p:spPr>
            <a:xfrm>
              <a:off x="932600" y="3079475"/>
              <a:ext cx="19584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2" name="Google Shape;212;p18"/>
            <p:cNvGrpSpPr/>
            <p:nvPr/>
          </p:nvGrpSpPr>
          <p:grpSpPr>
            <a:xfrm>
              <a:off x="383175" y="2322986"/>
              <a:ext cx="1483450" cy="1882413"/>
              <a:chOff x="383175" y="2322986"/>
              <a:chExt cx="1483450" cy="1882413"/>
            </a:xfrm>
          </p:grpSpPr>
          <p:sp>
            <p:nvSpPr>
              <p:cNvPr id="213" name="Google Shape;213;p18"/>
              <p:cNvSpPr txBox="1"/>
              <p:nvPr/>
            </p:nvSpPr>
            <p:spPr>
              <a:xfrm>
                <a:off x="383175" y="3291299"/>
                <a:ext cx="1452900" cy="91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>
                    <a:solidFill>
                      <a:srgbClr val="F3F3F3"/>
                    </a:solidFill>
                    <a:latin typeface="Roboto"/>
                    <a:ea typeface="Roboto"/>
                    <a:cs typeface="Roboto"/>
                    <a:sym typeface="Roboto"/>
                  </a:rPr>
                  <a:t>1. Outlining the database needs/parameters</a:t>
                </a:r>
                <a:endParaRPr sz="1200" b="1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14" name="Google Shape;214;p18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215" name="Google Shape;215;p18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216" name="Google Shape;216;p18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7" name="Google Shape;217;p18"/>
              <p:cNvSpPr txBox="1"/>
              <p:nvPr/>
            </p:nvSpPr>
            <p:spPr>
              <a:xfrm>
                <a:off x="574225" y="2322986"/>
                <a:ext cx="1292400" cy="39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F3F3F3"/>
                    </a:solidFill>
                    <a:latin typeface="Roboto"/>
                    <a:ea typeface="Roboto"/>
                    <a:cs typeface="Roboto"/>
                    <a:sym typeface="Roboto"/>
                  </a:rPr>
                  <a:t>Week 1 &amp; 2 </a:t>
                </a:r>
                <a:endParaRPr sz="1200" b="1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18" name="Google Shape;218;p18"/>
          <p:cNvGrpSpPr/>
          <p:nvPr/>
        </p:nvGrpSpPr>
        <p:grpSpPr>
          <a:xfrm>
            <a:off x="2405775" y="2338013"/>
            <a:ext cx="2437602" cy="2107363"/>
            <a:chOff x="2411750" y="2330886"/>
            <a:chExt cx="2437602" cy="2107363"/>
          </a:xfrm>
        </p:grpSpPr>
        <p:sp>
          <p:nvSpPr>
            <p:cNvPr id="219" name="Google Shape;219;p18"/>
            <p:cNvSpPr/>
            <p:nvPr/>
          </p:nvSpPr>
          <p:spPr>
            <a:xfrm>
              <a:off x="2890952" y="3079475"/>
              <a:ext cx="19584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0" name="Google Shape;220;p18"/>
            <p:cNvGrpSpPr/>
            <p:nvPr/>
          </p:nvGrpSpPr>
          <p:grpSpPr>
            <a:xfrm>
              <a:off x="2411750" y="2330886"/>
              <a:ext cx="1918300" cy="2107363"/>
              <a:chOff x="2411750" y="2330886"/>
              <a:chExt cx="1918300" cy="2107363"/>
            </a:xfrm>
          </p:grpSpPr>
          <p:sp>
            <p:nvSpPr>
              <p:cNvPr id="221" name="Google Shape;221;p18"/>
              <p:cNvSpPr txBox="1"/>
              <p:nvPr/>
            </p:nvSpPr>
            <p:spPr>
              <a:xfrm>
                <a:off x="2411750" y="2330886"/>
                <a:ext cx="1213800" cy="48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>
                    <a:solidFill>
                      <a:srgbClr val="F3F3F3"/>
                    </a:solidFill>
                    <a:latin typeface="Roboto"/>
                    <a:ea typeface="Roboto"/>
                    <a:cs typeface="Roboto"/>
                    <a:sym typeface="Roboto"/>
                  </a:rPr>
                  <a:t>Week 3 &amp; 4 </a:t>
                </a:r>
                <a:endParaRPr sz="1200" b="1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22" name="Google Shape;222;p18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223" name="Google Shape;223;p18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224" name="Google Shape;224;p18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25" name="Google Shape;225;p18"/>
              <p:cNvSpPr txBox="1"/>
              <p:nvPr/>
            </p:nvSpPr>
            <p:spPr>
              <a:xfrm>
                <a:off x="2471850" y="3494449"/>
                <a:ext cx="18582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>
                    <a:solidFill>
                      <a:srgbClr val="F3F3F3"/>
                    </a:solidFill>
                    <a:latin typeface="Roboto"/>
                    <a:ea typeface="Roboto"/>
                    <a:cs typeface="Roboto"/>
                    <a:sym typeface="Roboto"/>
                  </a:rPr>
                  <a:t>Early implementation and testing of database systems</a:t>
                </a:r>
                <a:endParaRPr sz="1200" b="1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35" name="Google Shape;174;p16"/>
          <p:cNvSpPr txBox="1">
            <a:spLocks/>
          </p:cNvSpPr>
          <p:nvPr/>
        </p:nvSpPr>
        <p:spPr>
          <a:xfrm>
            <a:off x="2905176" y="356184"/>
            <a:ext cx="3333649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dirty="0" smtClean="0"/>
              <a:t>Expected Timeline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Roles</a:t>
            </a:r>
            <a:endParaRPr/>
          </a:p>
        </p:txBody>
      </p:sp>
      <p:sp>
        <p:nvSpPr>
          <p:cNvPr id="231" name="Google Shape;231;p19"/>
          <p:cNvSpPr txBox="1">
            <a:spLocks noGrp="1"/>
          </p:cNvSpPr>
          <p:nvPr>
            <p:ph type="body" idx="1"/>
          </p:nvPr>
        </p:nvSpPr>
        <p:spPr>
          <a:xfrm>
            <a:off x="1235300" y="1394725"/>
            <a:ext cx="7038900" cy="2911200"/>
          </a:xfrm>
          <a:prstGeom prst="rect">
            <a:avLst/>
          </a:prstGeom>
          <a:effectLst>
            <a:outerShdw blurRad="57150" dist="19050" dir="5400000" algn="bl" rotWithShape="0">
              <a:srgbClr val="0E9453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As of now, we plan on simply splitting the work 50/50. 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Though once we get more into the specifics (more likely the specific problems) then we’ll delegate between ourselves accordingly. 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But as for now...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/>
              <a:t>50/50 sounds pretty fair.</a:t>
            </a:r>
            <a:endParaRPr sz="1800"/>
          </a:p>
        </p:txBody>
      </p:sp>
      <p:sp>
        <p:nvSpPr>
          <p:cNvPr id="232" name="Google Shape;232;p19"/>
          <p:cNvSpPr txBox="1">
            <a:spLocks noGrp="1"/>
          </p:cNvSpPr>
          <p:nvPr>
            <p:ph type="body" idx="1"/>
          </p:nvPr>
        </p:nvSpPr>
        <p:spPr>
          <a:xfrm>
            <a:off x="1297500" y="3861308"/>
            <a:ext cx="5392549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dirty="0"/>
              <a:t>Goss primarily determines needs, as he is the client</a:t>
            </a:r>
            <a:endParaRPr sz="1800" dirty="0"/>
          </a:p>
        </p:txBody>
      </p:sp>
      <p:sp>
        <p:nvSpPr>
          <p:cNvPr id="233" name="Google Shape;233;p19"/>
          <p:cNvSpPr/>
          <p:nvPr/>
        </p:nvSpPr>
        <p:spPr>
          <a:xfrm>
            <a:off x="936600" y="1528625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936600" y="204745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936600" y="2828925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936600" y="339615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965175" y="3953333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173</Words>
  <Application>Microsoft Office PowerPoint</Application>
  <PresentationFormat>On-screen Show (16:9)</PresentationFormat>
  <Paragraphs>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Roboto</vt:lpstr>
      <vt:lpstr>Montserrat</vt:lpstr>
      <vt:lpstr>Lato</vt:lpstr>
      <vt:lpstr>Focus</vt:lpstr>
      <vt:lpstr>Annorum Supra Database</vt:lpstr>
      <vt:lpstr>PowerPoint Presentation</vt:lpstr>
      <vt:lpstr>Client Requirements/Data Sources</vt:lpstr>
      <vt:lpstr>PowerPoint Presentation</vt:lpstr>
      <vt:lpstr>PowerPoint Presentation</vt:lpstr>
      <vt:lpstr>PowerPoint Presentation</vt:lpstr>
      <vt:lpstr>Member Roles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Laser Based Database</dc:title>
  <cp:lastModifiedBy>GOSS-E5540</cp:lastModifiedBy>
  <cp:revision>3</cp:revision>
  <dcterms:modified xsi:type="dcterms:W3CDTF">2018-10-09T04:07:11Z</dcterms:modified>
</cp:coreProperties>
</file>