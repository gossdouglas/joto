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Roboto" pitchFamily="2" charset="0"/>
      <p:regular r:id="rId11"/>
      <p:bold r:id="rId12"/>
    </p:embeddedFont>
    <p:embeddedFont>
      <p:font typeface="Lato" charset="0"/>
      <p:regular r:id="rId13"/>
      <p:bold r:id="rId14"/>
      <p:italic r:id="rId15"/>
      <p:boldItalic r:id="rId16"/>
    </p:embeddedFont>
    <p:embeddedFont>
      <p:font typeface="Montserrat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419E53FE-D75C-42DD-9794-2C5842C9F28D}">
  <a:tblStyle styleId="{419E53FE-D75C-42DD-9794-2C5842C9F28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2" d="100"/>
          <a:sy n="102" d="100"/>
        </p:scale>
        <p:origin x="-456" y="2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075698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2e68f520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2e68f520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2f56b663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2f56b663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30bbc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30bbc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430bbc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430bbc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39bf14e7b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39bf14e7b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430d777e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430d777e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30d777e65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430d777e65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Laser Based Database :D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73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Joshua Castaneda &amp; Douglas Goss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613700" y="1578125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Crafter of laser engraved 19th century  Louisiana maps</a:t>
            </a:r>
            <a:endParaRPr sz="1800"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350" y="984025"/>
            <a:ext cx="4132274" cy="3530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/>
          <p:nvPr/>
        </p:nvSpPr>
        <p:spPr>
          <a:xfrm>
            <a:off x="289100" y="17242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4"/>
          <p:cNvSpPr txBox="1">
            <a:spLocks noGrp="1"/>
          </p:cNvSpPr>
          <p:nvPr>
            <p:ph type="body" idx="1"/>
          </p:nvPr>
        </p:nvSpPr>
        <p:spPr>
          <a:xfrm>
            <a:off x="652800" y="2571750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Vendor to shops in Covington and New Orleans</a:t>
            </a:r>
            <a:endParaRPr sz="1800"/>
          </a:p>
        </p:txBody>
      </p:sp>
      <p:sp>
        <p:nvSpPr>
          <p:cNvPr id="145" name="Google Shape;145;p14"/>
          <p:cNvSpPr txBox="1">
            <a:spLocks noGrp="1"/>
          </p:cNvSpPr>
          <p:nvPr>
            <p:ph type="body" idx="1"/>
          </p:nvPr>
        </p:nvSpPr>
        <p:spPr>
          <a:xfrm>
            <a:off x="652800" y="3565375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Volume of about 200 per year</a:t>
            </a:r>
            <a:endParaRPr sz="1800"/>
          </a:p>
        </p:txBody>
      </p:sp>
      <p:sp>
        <p:nvSpPr>
          <p:cNvPr id="146" name="Google Shape;146;p14"/>
          <p:cNvSpPr/>
          <p:nvPr/>
        </p:nvSpPr>
        <p:spPr>
          <a:xfrm>
            <a:off x="289100" y="26378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289100" y="365100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Client Requirements/Data Sources</a:t>
            </a:r>
            <a:endParaRPr/>
          </a:p>
        </p:txBody>
      </p:sp>
      <p:sp>
        <p:nvSpPr>
          <p:cNvPr id="153" name="Google Shape;153;p15"/>
          <p:cNvSpPr txBox="1">
            <a:spLocks noGrp="1"/>
          </p:cNvSpPr>
          <p:nvPr>
            <p:ph type="body" idx="1"/>
          </p:nvPr>
        </p:nvSpPr>
        <p:spPr>
          <a:xfrm>
            <a:off x="1377225" y="4119425"/>
            <a:ext cx="35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Tracking of sales</a:t>
            </a:r>
            <a:endParaRPr sz="1800"/>
          </a:p>
        </p:txBody>
      </p:sp>
      <p:sp>
        <p:nvSpPr>
          <p:cNvPr id="154" name="Google Shape;154;p15"/>
          <p:cNvSpPr/>
          <p:nvPr/>
        </p:nvSpPr>
        <p:spPr>
          <a:xfrm>
            <a:off x="971200" y="42655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 txBox="1">
            <a:spLocks noGrp="1"/>
          </p:cNvSpPr>
          <p:nvPr>
            <p:ph type="body" idx="1"/>
          </p:nvPr>
        </p:nvSpPr>
        <p:spPr>
          <a:xfrm>
            <a:off x="1295800" y="1562300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Product management</a:t>
            </a:r>
            <a:endParaRPr sz="1800"/>
          </a:p>
        </p:txBody>
      </p:sp>
      <p:sp>
        <p:nvSpPr>
          <p:cNvPr id="156" name="Google Shape;156;p15"/>
          <p:cNvSpPr/>
          <p:nvPr/>
        </p:nvSpPr>
        <p:spPr>
          <a:xfrm>
            <a:off x="971200" y="170842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1"/>
          </p:nvPr>
        </p:nvSpPr>
        <p:spPr>
          <a:xfrm>
            <a:off x="1295800" y="2142525"/>
            <a:ext cx="33237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Product prices based on shop</a:t>
            </a:r>
            <a:endParaRPr sz="1800"/>
          </a:p>
        </p:txBody>
      </p:sp>
      <p:sp>
        <p:nvSpPr>
          <p:cNvPr id="158" name="Google Shape;158;p15"/>
          <p:cNvSpPr/>
          <p:nvPr/>
        </p:nvSpPr>
        <p:spPr>
          <a:xfrm>
            <a:off x="971200" y="22886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 txBox="1">
            <a:spLocks noGrp="1"/>
          </p:cNvSpPr>
          <p:nvPr>
            <p:ph type="body" idx="1"/>
          </p:nvPr>
        </p:nvSpPr>
        <p:spPr>
          <a:xfrm>
            <a:off x="1295800" y="2726925"/>
            <a:ext cx="35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Preferred materials and vendors</a:t>
            </a:r>
            <a:endParaRPr sz="1800"/>
          </a:p>
        </p:txBody>
      </p:sp>
      <p:sp>
        <p:nvSpPr>
          <p:cNvPr id="160" name="Google Shape;160;p15"/>
          <p:cNvSpPr/>
          <p:nvPr/>
        </p:nvSpPr>
        <p:spPr>
          <a:xfrm>
            <a:off x="971200" y="28730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 txBox="1">
            <a:spLocks noGrp="1"/>
          </p:cNvSpPr>
          <p:nvPr>
            <p:ph type="body" idx="1"/>
          </p:nvPr>
        </p:nvSpPr>
        <p:spPr>
          <a:xfrm>
            <a:off x="1295800" y="3307150"/>
            <a:ext cx="35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Generate invoices to accompany shipment</a:t>
            </a:r>
            <a:endParaRPr sz="1800"/>
          </a:p>
        </p:txBody>
      </p:sp>
      <p:sp>
        <p:nvSpPr>
          <p:cNvPr id="162" name="Google Shape;162;p15"/>
          <p:cNvSpPr/>
          <p:nvPr/>
        </p:nvSpPr>
        <p:spPr>
          <a:xfrm>
            <a:off x="971200" y="345327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 txBox="1">
            <a:spLocks noGrp="1"/>
          </p:cNvSpPr>
          <p:nvPr>
            <p:ph type="body" idx="1"/>
          </p:nvPr>
        </p:nvSpPr>
        <p:spPr>
          <a:xfrm>
            <a:off x="6033375" y="1562300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Past invoices</a:t>
            </a:r>
            <a:endParaRPr sz="1800"/>
          </a:p>
        </p:txBody>
      </p:sp>
      <p:sp>
        <p:nvSpPr>
          <p:cNvPr id="164" name="Google Shape;164;p15"/>
          <p:cNvSpPr/>
          <p:nvPr/>
        </p:nvSpPr>
        <p:spPr>
          <a:xfrm>
            <a:off x="5708775" y="170842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"/>
          <p:cNvSpPr txBox="1">
            <a:spLocks noGrp="1"/>
          </p:cNvSpPr>
          <p:nvPr>
            <p:ph type="body" idx="1"/>
          </p:nvPr>
        </p:nvSpPr>
        <p:spPr>
          <a:xfrm>
            <a:off x="6033375" y="2142525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Receipts</a:t>
            </a:r>
            <a:endParaRPr sz="1800"/>
          </a:p>
        </p:txBody>
      </p:sp>
      <p:sp>
        <p:nvSpPr>
          <p:cNvPr id="166" name="Google Shape;166;p15"/>
          <p:cNvSpPr/>
          <p:nvPr/>
        </p:nvSpPr>
        <p:spPr>
          <a:xfrm>
            <a:off x="5708775" y="228865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 txBox="1">
            <a:spLocks noGrp="1"/>
          </p:cNvSpPr>
          <p:nvPr>
            <p:ph type="body" idx="1"/>
          </p:nvPr>
        </p:nvSpPr>
        <p:spPr>
          <a:xfrm>
            <a:off x="6033375" y="2868875"/>
            <a:ext cx="25056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Mockaroo</a:t>
            </a:r>
            <a:endParaRPr sz="1800"/>
          </a:p>
        </p:txBody>
      </p:sp>
      <p:sp>
        <p:nvSpPr>
          <p:cNvPr id="168" name="Google Shape;168;p15"/>
          <p:cNvSpPr/>
          <p:nvPr/>
        </p:nvSpPr>
        <p:spPr>
          <a:xfrm>
            <a:off x="5708775" y="3015000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>
            <a:off x="5145675" y="1621950"/>
            <a:ext cx="0" cy="287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Relations and Attributes</a:t>
            </a:r>
            <a:endParaRPr/>
          </a:p>
        </p:txBody>
      </p:sp>
      <p:pic>
        <p:nvPicPr>
          <p:cNvPr id="175" name="Google Shape;1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8247583" cy="353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35424" y="729205"/>
            <a:ext cx="5336826" cy="395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852750" y="144220"/>
            <a:ext cx="4386600" cy="3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Translate screenshots into prettier ppt tables that resemble the schema from the book.  Note the pk, fk and draw arcs btwn them.</a:t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Potential Relations and Attributes</a:t>
            </a:r>
            <a:endParaRPr/>
          </a:p>
        </p:txBody>
      </p:sp>
      <p:sp>
        <p:nvSpPr>
          <p:cNvPr id="177" name="Google Shape;177;p16"/>
          <p:cNvSpPr txBox="1">
            <a:spLocks noGrp="1"/>
          </p:cNvSpPr>
          <p:nvPr>
            <p:ph type="title"/>
          </p:nvPr>
        </p:nvSpPr>
        <p:spPr>
          <a:xfrm>
            <a:off x="1852750" y="144220"/>
            <a:ext cx="4386600" cy="3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Translate screenshots into prettier ppt tables that resemble the schema from the book.  Note the pk, fk and draw arcs btwn them.</a:t>
            </a:r>
            <a:endParaRPr sz="800"/>
          </a:p>
        </p:txBody>
      </p:sp>
    </p:spTree>
    <p:extLst>
      <p:ext uri="{BB962C8B-B14F-4D97-AF65-F5344CB8AC3E}">
        <p14:creationId xmlns:p14="http://schemas.microsoft.com/office/powerpoint/2010/main" val="1290825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>
            <a:spLocks noGrp="1"/>
          </p:cNvSpPr>
          <p:nvPr>
            <p:ph type="title"/>
          </p:nvPr>
        </p:nvSpPr>
        <p:spPr>
          <a:xfrm>
            <a:off x="2378700" y="218400"/>
            <a:ext cx="43866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Relation Content Examples</a:t>
            </a:r>
            <a:endParaRPr/>
          </a:p>
        </p:txBody>
      </p:sp>
      <p:graphicFrame>
        <p:nvGraphicFramePr>
          <p:cNvPr id="183" name="Google Shape;183;p17"/>
          <p:cNvGraphicFramePr/>
          <p:nvPr/>
        </p:nvGraphicFramePr>
        <p:xfrm>
          <a:off x="152400" y="152400"/>
          <a:ext cx="2419350" cy="396210"/>
        </p:xfrm>
        <a:graphic>
          <a:graphicData uri="http://schemas.openxmlformats.org/drawingml/2006/table">
            <a:tbl>
              <a:tblPr>
                <a:noFill/>
                <a:tableStyleId>{419E53FE-D75C-42DD-9794-2C5842C9F28D}</a:tableStyleId>
              </a:tblPr>
              <a:tblGrid>
                <a:gridCol w="2419350"/>
              </a:tblGrid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pic>
        <p:nvPicPr>
          <p:cNvPr id="184" name="Google Shape;1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45625"/>
            <a:ext cx="8839199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575" y="3107400"/>
            <a:ext cx="7800975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 txBox="1">
            <a:spLocks noGrp="1"/>
          </p:cNvSpPr>
          <p:nvPr>
            <p:ph type="title"/>
          </p:nvPr>
        </p:nvSpPr>
        <p:spPr>
          <a:xfrm>
            <a:off x="2443425" y="719013"/>
            <a:ext cx="4386600" cy="55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Translate screenshots into prettier ppt tables.</a:t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			 Expected Timeline</a:t>
            </a:r>
            <a:endParaRPr/>
          </a:p>
        </p:txBody>
      </p:sp>
      <p:grpSp>
        <p:nvGrpSpPr>
          <p:cNvPr id="192" name="Google Shape;192;p18"/>
          <p:cNvGrpSpPr/>
          <p:nvPr/>
        </p:nvGrpSpPr>
        <p:grpSpPr>
          <a:xfrm>
            <a:off x="4513725" y="2382050"/>
            <a:ext cx="2281027" cy="1754375"/>
            <a:chOff x="4526675" y="2374924"/>
            <a:chExt cx="2281027" cy="1754375"/>
          </a:xfrm>
        </p:grpSpPr>
        <p:sp>
          <p:nvSpPr>
            <p:cNvPr id="193" name="Google Shape;193;p18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4" name="Google Shape;194;p18"/>
            <p:cNvGrpSpPr/>
            <p:nvPr/>
          </p:nvGrpSpPr>
          <p:grpSpPr>
            <a:xfrm>
              <a:off x="4526675" y="2374924"/>
              <a:ext cx="1549800" cy="1754375"/>
              <a:chOff x="4526675" y="2374924"/>
              <a:chExt cx="1549800" cy="1754375"/>
            </a:xfrm>
          </p:grpSpPr>
          <p:grpSp>
            <p:nvGrpSpPr>
              <p:cNvPr id="195" name="Google Shape;195;p18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96" name="Google Shape;196;p1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97" name="Google Shape;197;p1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8" name="Google Shape;198;p18"/>
              <p:cNvSpPr txBox="1"/>
              <p:nvPr/>
            </p:nvSpPr>
            <p:spPr>
              <a:xfrm>
                <a:off x="4526675" y="3303999"/>
                <a:ext cx="1549800" cy="82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Thorough testing with practical use and routine</a:t>
                </a:r>
                <a:endParaRPr sz="12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9" name="Google Shape;199;p18"/>
              <p:cNvSpPr txBox="1"/>
              <p:nvPr/>
            </p:nvSpPr>
            <p:spPr>
              <a:xfrm>
                <a:off x="4584950" y="2374924"/>
                <a:ext cx="1288800" cy="47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Weeks 5 &amp; 6 of  project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00" name="Google Shape;200;p18"/>
          <p:cNvGrpSpPr/>
          <p:nvPr/>
        </p:nvGrpSpPr>
        <p:grpSpPr>
          <a:xfrm>
            <a:off x="6422850" y="2382050"/>
            <a:ext cx="2721150" cy="2063326"/>
            <a:chOff x="6435800" y="2374924"/>
            <a:chExt cx="2721150" cy="2063326"/>
          </a:xfrm>
        </p:grpSpPr>
        <p:sp>
          <p:nvSpPr>
            <p:cNvPr id="201" name="Google Shape;201;p18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2" name="Google Shape;202;p18"/>
            <p:cNvGrpSpPr/>
            <p:nvPr/>
          </p:nvGrpSpPr>
          <p:grpSpPr>
            <a:xfrm>
              <a:off x="6435800" y="2374924"/>
              <a:ext cx="2494573" cy="2063326"/>
              <a:chOff x="6435800" y="2374924"/>
              <a:chExt cx="2494573" cy="2063326"/>
            </a:xfrm>
          </p:grpSpPr>
          <p:grpSp>
            <p:nvGrpSpPr>
              <p:cNvPr id="203" name="Google Shape;203;p18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04" name="Google Shape;204;p1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05" name="Google Shape;205;p1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06" name="Google Shape;206;p18"/>
              <p:cNvSpPr txBox="1"/>
              <p:nvPr/>
            </p:nvSpPr>
            <p:spPr>
              <a:xfrm>
                <a:off x="6435800" y="2374924"/>
                <a:ext cx="1247100" cy="69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Weeks 7 &amp; 8 of project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07" name="Google Shape;207;p18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Final errors being dealt with and overall polishing of finale product</a:t>
                </a:r>
                <a:r>
                  <a:rPr lang="en" sz="800"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  <a:endParaRPr sz="8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08" name="Google Shape;208;p18"/>
          <p:cNvGrpSpPr/>
          <p:nvPr/>
        </p:nvGrpSpPr>
        <p:grpSpPr>
          <a:xfrm>
            <a:off x="370225" y="2416975"/>
            <a:ext cx="2507825" cy="1795550"/>
            <a:chOff x="383175" y="2409849"/>
            <a:chExt cx="2507825" cy="1795550"/>
          </a:xfrm>
        </p:grpSpPr>
        <p:sp>
          <p:nvSpPr>
            <p:cNvPr id="209" name="Google Shape;209;p18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0" name="Google Shape;210;p18"/>
            <p:cNvGrpSpPr/>
            <p:nvPr/>
          </p:nvGrpSpPr>
          <p:grpSpPr>
            <a:xfrm>
              <a:off x="383175" y="2409849"/>
              <a:ext cx="1732350" cy="1795550"/>
              <a:chOff x="383175" y="2409849"/>
              <a:chExt cx="1732350" cy="1795550"/>
            </a:xfrm>
          </p:grpSpPr>
          <p:sp>
            <p:nvSpPr>
              <p:cNvPr id="211" name="Google Shape;211;p18"/>
              <p:cNvSpPr txBox="1"/>
              <p:nvPr/>
            </p:nvSpPr>
            <p:spPr>
              <a:xfrm>
                <a:off x="383175" y="3291299"/>
                <a:ext cx="1452900" cy="9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1. Outlining the database needs/parameters</a:t>
                </a:r>
                <a:endParaRPr sz="12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12" name="Google Shape;212;p18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213" name="Google Shape;213;p18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14" name="Google Shape;214;p18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15" name="Google Shape;215;p18"/>
              <p:cNvSpPr txBox="1"/>
              <p:nvPr/>
            </p:nvSpPr>
            <p:spPr>
              <a:xfrm>
                <a:off x="823125" y="2409849"/>
                <a:ext cx="1292400" cy="39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1 &amp; 2 of project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216" name="Google Shape;216;p18"/>
          <p:cNvGrpSpPr/>
          <p:nvPr/>
        </p:nvGrpSpPr>
        <p:grpSpPr>
          <a:xfrm>
            <a:off x="2465875" y="2416975"/>
            <a:ext cx="2377502" cy="2028400"/>
            <a:chOff x="2471850" y="2409849"/>
            <a:chExt cx="2377502" cy="2028400"/>
          </a:xfrm>
        </p:grpSpPr>
        <p:sp>
          <p:nvSpPr>
            <p:cNvPr id="217" name="Google Shape;217;p18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8" name="Google Shape;218;p18"/>
            <p:cNvGrpSpPr/>
            <p:nvPr/>
          </p:nvGrpSpPr>
          <p:grpSpPr>
            <a:xfrm>
              <a:off x="2471850" y="2409849"/>
              <a:ext cx="1858200" cy="2028400"/>
              <a:chOff x="2471850" y="2409849"/>
              <a:chExt cx="1858200" cy="2028400"/>
            </a:xfrm>
          </p:grpSpPr>
          <p:sp>
            <p:nvSpPr>
              <p:cNvPr id="219" name="Google Shape;219;p18"/>
              <p:cNvSpPr txBox="1"/>
              <p:nvPr/>
            </p:nvSpPr>
            <p:spPr>
              <a:xfrm>
                <a:off x="2522375" y="2409849"/>
                <a:ext cx="1213800" cy="4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3 &amp; 4 of project 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220" name="Google Shape;220;p18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221" name="Google Shape;221;p18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222" name="Google Shape;222;p18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3" name="Google Shape;223;p18"/>
              <p:cNvSpPr txBox="1"/>
              <p:nvPr/>
            </p:nvSpPr>
            <p:spPr>
              <a:xfrm>
                <a:off x="2471850" y="3494449"/>
                <a:ext cx="18582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Early implementation and testing of database systems</a:t>
                </a:r>
                <a:endParaRPr sz="12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224" name="Google Shape;224;p18"/>
          <p:cNvSpPr txBox="1">
            <a:spLocks noGrp="1"/>
          </p:cNvSpPr>
          <p:nvPr>
            <p:ph type="title"/>
          </p:nvPr>
        </p:nvSpPr>
        <p:spPr>
          <a:xfrm>
            <a:off x="1648175" y="1415495"/>
            <a:ext cx="4386600" cy="3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Increase font size.  Change text color to white.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Roles</a:t>
            </a:r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body" idx="1"/>
          </p:nvPr>
        </p:nvSpPr>
        <p:spPr>
          <a:xfrm>
            <a:off x="1242200" y="14016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As of now, we plan on simply splitting the work 50/50.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Though once we get more into the specifics (more likely the specific problems) then we’ll delegate between ourselves accordingly.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But as for now...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50/50 sounds pretty fair.</a:t>
            </a:r>
            <a:endParaRPr sz="1400"/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1"/>
          </p:nvPr>
        </p:nvSpPr>
        <p:spPr>
          <a:xfrm>
            <a:off x="5070425" y="2440250"/>
            <a:ext cx="3843000" cy="58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Goss primarily determines needs as the client</a:t>
            </a:r>
            <a:endParaRPr sz="1800"/>
          </a:p>
        </p:txBody>
      </p:sp>
      <p:sp>
        <p:nvSpPr>
          <p:cNvPr id="232" name="Google Shape;232;p19"/>
          <p:cNvSpPr/>
          <p:nvPr/>
        </p:nvSpPr>
        <p:spPr>
          <a:xfrm>
            <a:off x="4745825" y="2586375"/>
            <a:ext cx="223200" cy="2232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9"/>
          <p:cNvSpPr txBox="1">
            <a:spLocks noGrp="1"/>
          </p:cNvSpPr>
          <p:nvPr>
            <p:ph type="title"/>
          </p:nvPr>
        </p:nvSpPr>
        <p:spPr>
          <a:xfrm>
            <a:off x="2144975" y="969745"/>
            <a:ext cx="4386600" cy="3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Increase font size.  Add green bullets.  Add goss primarily.</a:t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261</Words>
  <Application>Microsoft Office PowerPoint</Application>
  <PresentationFormat>On-screen Show (16:9)</PresentationFormat>
  <Paragraphs>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Roboto</vt:lpstr>
      <vt:lpstr>Lato</vt:lpstr>
      <vt:lpstr>Montserrat</vt:lpstr>
      <vt:lpstr>Focus</vt:lpstr>
      <vt:lpstr>Laser Based Database :D</vt:lpstr>
      <vt:lpstr>Client</vt:lpstr>
      <vt:lpstr>Client Requirements/Data Sources</vt:lpstr>
      <vt:lpstr>Potential Relations and Attributes</vt:lpstr>
      <vt:lpstr>Potential Relations and Attributes</vt:lpstr>
      <vt:lpstr>Relation Content Examples</vt:lpstr>
      <vt:lpstr>      Expected Timeline</vt:lpstr>
      <vt:lpstr>Member Roles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Based Database :D</dc:title>
  <cp:lastModifiedBy>GOSS-E5540</cp:lastModifiedBy>
  <cp:revision>5</cp:revision>
  <dcterms:modified xsi:type="dcterms:W3CDTF">2018-10-07T08:18:17Z</dcterms:modified>
</cp:coreProperties>
</file>