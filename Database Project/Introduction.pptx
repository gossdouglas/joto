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8" r:id="rId4"/>
    <p:sldId id="259"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38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539EC4-335E-4A91-A113-9360FEB69E24}" type="datetimeFigureOut">
              <a:rPr lang="en-US" smtClean="0"/>
              <a:t>8/10/2018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E1A19-7EAD-4DDA-9C22-A330C352A52B}" type="slidenum">
              <a:rPr lang="en-US" smtClean="0"/>
              <a:t>‹#›</a:t>
            </a:fld>
            <a:endParaRPr lang="en-US"/>
          </a:p>
        </p:txBody>
      </p:sp>
    </p:spTree>
    <p:extLst>
      <p:ext uri="{BB962C8B-B14F-4D97-AF65-F5344CB8AC3E}">
        <p14:creationId xmlns:p14="http://schemas.microsoft.com/office/powerpoint/2010/main" val="2809885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539EC4-335E-4A91-A113-9360FEB69E24}" type="datetimeFigureOut">
              <a:rPr lang="en-US" smtClean="0"/>
              <a:t>8/10/2018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E1A19-7EAD-4DDA-9C22-A330C352A52B}" type="slidenum">
              <a:rPr lang="en-US" smtClean="0"/>
              <a:t>‹#›</a:t>
            </a:fld>
            <a:endParaRPr lang="en-US"/>
          </a:p>
        </p:txBody>
      </p:sp>
    </p:spTree>
    <p:extLst>
      <p:ext uri="{BB962C8B-B14F-4D97-AF65-F5344CB8AC3E}">
        <p14:creationId xmlns:p14="http://schemas.microsoft.com/office/powerpoint/2010/main" val="199585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C539EC4-335E-4A91-A113-9360FEB69E24}" type="datetimeFigureOut">
              <a:rPr lang="en-US" smtClean="0"/>
              <a:t>8/10/2018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E1A19-7EAD-4DDA-9C22-A330C352A52B}" type="slidenum">
              <a:rPr lang="en-US" smtClean="0"/>
              <a:t>‹#›</a:t>
            </a:fld>
            <a:endParaRPr lang="en-US"/>
          </a:p>
        </p:txBody>
      </p:sp>
    </p:spTree>
    <p:extLst>
      <p:ext uri="{BB962C8B-B14F-4D97-AF65-F5344CB8AC3E}">
        <p14:creationId xmlns:p14="http://schemas.microsoft.com/office/powerpoint/2010/main" val="407923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539EC4-335E-4A91-A113-9360FEB69E24}" type="datetimeFigureOut">
              <a:rPr lang="en-US" smtClean="0"/>
              <a:t>8/10/2018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AE1A19-7EAD-4DDA-9C22-A330C352A52B}" type="slidenum">
              <a:rPr lang="en-US" smtClean="0"/>
              <a:t>‹#›</a:t>
            </a:fld>
            <a:endParaRPr lang="en-US"/>
          </a:p>
        </p:txBody>
      </p:sp>
    </p:spTree>
    <p:extLst>
      <p:ext uri="{BB962C8B-B14F-4D97-AF65-F5344CB8AC3E}">
        <p14:creationId xmlns:p14="http://schemas.microsoft.com/office/powerpoint/2010/main" val="411539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539EC4-335E-4A91-A113-9360FEB69E24}" type="datetimeFigureOut">
              <a:rPr lang="en-US" smtClean="0"/>
              <a:t>8/10/2018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AE1A19-7EAD-4DDA-9C22-A330C352A52B}" type="slidenum">
              <a:rPr lang="en-US" smtClean="0"/>
              <a:t>‹#›</a:t>
            </a:fld>
            <a:endParaRPr lang="en-US"/>
          </a:p>
        </p:txBody>
      </p:sp>
    </p:spTree>
    <p:extLst>
      <p:ext uri="{BB962C8B-B14F-4D97-AF65-F5344CB8AC3E}">
        <p14:creationId xmlns:p14="http://schemas.microsoft.com/office/powerpoint/2010/main" val="3062797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539EC4-335E-4A91-A113-9360FEB69E24}" type="datetimeFigureOut">
              <a:rPr lang="en-US" smtClean="0"/>
              <a:t>8/10/2018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AE1A19-7EAD-4DDA-9C22-A330C352A52B}" type="slidenum">
              <a:rPr lang="en-US" smtClean="0"/>
              <a:t>‹#›</a:t>
            </a:fld>
            <a:endParaRPr lang="en-US"/>
          </a:p>
        </p:txBody>
      </p:sp>
    </p:spTree>
    <p:extLst>
      <p:ext uri="{BB962C8B-B14F-4D97-AF65-F5344CB8AC3E}">
        <p14:creationId xmlns:p14="http://schemas.microsoft.com/office/powerpoint/2010/main" val="2702280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539EC4-335E-4A91-A113-9360FEB69E24}" type="datetimeFigureOut">
              <a:rPr lang="en-US" smtClean="0"/>
              <a:t>8/10/2018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AE1A19-7EAD-4DDA-9C22-A330C352A52B}" type="slidenum">
              <a:rPr lang="en-US" smtClean="0"/>
              <a:t>‹#›</a:t>
            </a:fld>
            <a:endParaRPr lang="en-US"/>
          </a:p>
        </p:txBody>
      </p:sp>
    </p:spTree>
    <p:extLst>
      <p:ext uri="{BB962C8B-B14F-4D97-AF65-F5344CB8AC3E}">
        <p14:creationId xmlns:p14="http://schemas.microsoft.com/office/powerpoint/2010/main" val="860931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C539EC4-335E-4A91-A113-9360FEB69E24}" type="datetimeFigureOut">
              <a:rPr lang="en-US" smtClean="0"/>
              <a:t>8/10/2018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AE1A19-7EAD-4DDA-9C22-A330C352A52B}" type="slidenum">
              <a:rPr lang="en-US" smtClean="0"/>
              <a:t>‹#›</a:t>
            </a:fld>
            <a:endParaRPr lang="en-US"/>
          </a:p>
        </p:txBody>
      </p:sp>
    </p:spTree>
    <p:extLst>
      <p:ext uri="{BB962C8B-B14F-4D97-AF65-F5344CB8AC3E}">
        <p14:creationId xmlns:p14="http://schemas.microsoft.com/office/powerpoint/2010/main" val="3493350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C539EC4-335E-4A91-A113-9360FEB69E24}" type="datetimeFigureOut">
              <a:rPr lang="en-US" smtClean="0"/>
              <a:t>8/10/2018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AE1A19-7EAD-4DDA-9C22-A330C352A52B}" type="slidenum">
              <a:rPr lang="en-US" smtClean="0"/>
              <a:t>‹#›</a:t>
            </a:fld>
            <a:endParaRPr lang="en-US"/>
          </a:p>
        </p:txBody>
      </p:sp>
    </p:spTree>
    <p:extLst>
      <p:ext uri="{BB962C8B-B14F-4D97-AF65-F5344CB8AC3E}">
        <p14:creationId xmlns:p14="http://schemas.microsoft.com/office/powerpoint/2010/main" val="3987665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539EC4-335E-4A91-A113-9360FEB69E24}" type="datetimeFigureOut">
              <a:rPr lang="en-US" smtClean="0"/>
              <a:t>8/10/2018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E1A19-7EAD-4DDA-9C22-A330C352A52B}" type="slidenum">
              <a:rPr lang="en-US" smtClean="0"/>
              <a:t>‹#›</a:t>
            </a:fld>
            <a:endParaRPr lang="en-US"/>
          </a:p>
        </p:txBody>
      </p:sp>
    </p:spTree>
    <p:extLst>
      <p:ext uri="{BB962C8B-B14F-4D97-AF65-F5344CB8AC3E}">
        <p14:creationId xmlns:p14="http://schemas.microsoft.com/office/powerpoint/2010/main" val="950318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539EC4-335E-4A91-A113-9360FEB69E24}" type="datetimeFigureOut">
              <a:rPr lang="en-US" smtClean="0"/>
              <a:t>8/10/2018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E1A19-7EAD-4DDA-9C22-A330C352A52B}" type="slidenum">
              <a:rPr lang="en-US" smtClean="0"/>
              <a:t>‹#›</a:t>
            </a:fld>
            <a:endParaRPr lang="en-US"/>
          </a:p>
        </p:txBody>
      </p:sp>
    </p:spTree>
    <p:extLst>
      <p:ext uri="{BB962C8B-B14F-4D97-AF65-F5344CB8AC3E}">
        <p14:creationId xmlns:p14="http://schemas.microsoft.com/office/powerpoint/2010/main" val="3532233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539EC4-335E-4A91-A113-9360FEB69E24}" type="datetimeFigureOut">
              <a:rPr lang="en-US" smtClean="0"/>
              <a:t>8/10/2018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AE1A19-7EAD-4DDA-9C22-A330C352A52B}" type="slidenum">
              <a:rPr lang="en-US" smtClean="0"/>
              <a:t>‹#›</a:t>
            </a:fld>
            <a:endParaRPr lang="en-US"/>
          </a:p>
        </p:txBody>
      </p:sp>
    </p:spTree>
    <p:extLst>
      <p:ext uri="{BB962C8B-B14F-4D97-AF65-F5344CB8AC3E}">
        <p14:creationId xmlns:p14="http://schemas.microsoft.com/office/powerpoint/2010/main" val="6810340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s.microsoft.com/en-us/sql/ssms/download-sql-server-management-studio-ssm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CMPS </a:t>
            </a:r>
            <a:r>
              <a:rPr lang="en-US" b="1" dirty="0" smtClean="0"/>
              <a:t>339</a:t>
            </a:r>
            <a:r>
              <a:rPr lang="en-US" b="1" dirty="0" smtClean="0"/>
              <a:t/>
            </a:r>
            <a:br>
              <a:rPr lang="en-US" b="1" dirty="0" smtClean="0"/>
            </a:br>
            <a:r>
              <a:rPr lang="en-US" b="1" dirty="0" smtClean="0"/>
              <a:t>Database </a:t>
            </a:r>
            <a:r>
              <a:rPr lang="en-US" b="1" dirty="0" smtClean="0"/>
              <a:t>Administration</a:t>
            </a:r>
            <a:endParaRPr lang="en-US" b="1" dirty="0"/>
          </a:p>
        </p:txBody>
      </p:sp>
      <p:sp>
        <p:nvSpPr>
          <p:cNvPr id="3" name="Subtitle 2"/>
          <p:cNvSpPr>
            <a:spLocks noGrp="1"/>
          </p:cNvSpPr>
          <p:nvPr>
            <p:ph type="subTitle" idx="1"/>
          </p:nvPr>
        </p:nvSpPr>
        <p:spPr/>
        <p:txBody>
          <a:bodyPr/>
          <a:lstStyle/>
          <a:p>
            <a:r>
              <a:rPr lang="tr-TR" dirty="0" smtClean="0"/>
              <a:t>Ö</a:t>
            </a:r>
            <a:r>
              <a:rPr lang="en-US" dirty="0" err="1" smtClean="0"/>
              <a:t>mer</a:t>
            </a:r>
            <a:r>
              <a:rPr lang="en-US" dirty="0" smtClean="0"/>
              <a:t> Muhammet Soysal, Ph.D.</a:t>
            </a:r>
            <a:endParaRPr lang="en-US" dirty="0"/>
          </a:p>
        </p:txBody>
      </p:sp>
    </p:spTree>
    <p:extLst>
      <p:ext uri="{BB962C8B-B14F-4D97-AF65-F5344CB8AC3E}">
        <p14:creationId xmlns:p14="http://schemas.microsoft.com/office/powerpoint/2010/main" val="4286295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Syllabus</a:t>
            </a:r>
          </a:p>
          <a:p>
            <a:r>
              <a:rPr lang="en-US" dirty="0" smtClean="0"/>
              <a:t>Start </a:t>
            </a:r>
            <a:r>
              <a:rPr lang="en-US" dirty="0"/>
              <a:t>learning MS-SQL Server Management Studio </a:t>
            </a:r>
            <a:endParaRPr lang="en-US" dirty="0" smtClean="0"/>
          </a:p>
          <a:p>
            <a:pPr lvl="1"/>
            <a:r>
              <a:rPr lang="en-US" dirty="0" smtClean="0">
                <a:hlinkClick r:id="rId2"/>
              </a:rPr>
              <a:t>https</a:t>
            </a:r>
            <a:r>
              <a:rPr lang="en-US" dirty="0">
                <a:hlinkClick r:id="rId2"/>
              </a:rPr>
              <a:t>://</a:t>
            </a:r>
            <a:r>
              <a:rPr lang="en-US" dirty="0" smtClean="0">
                <a:hlinkClick r:id="rId2"/>
              </a:rPr>
              <a:t>docs.microsoft.com/en-us/sql/ssms/download-sql-server-management-studio-ssms</a:t>
            </a:r>
            <a:endParaRPr lang="en-US" dirty="0" smtClean="0"/>
          </a:p>
          <a:p>
            <a:r>
              <a:rPr lang="en-US" dirty="0" smtClean="0"/>
              <a:t>Form </a:t>
            </a:r>
            <a:r>
              <a:rPr lang="en-US" dirty="0" smtClean="0"/>
              <a:t>teams</a:t>
            </a:r>
          </a:p>
          <a:p>
            <a:pPr lvl="1"/>
            <a:r>
              <a:rPr lang="en-US" dirty="0"/>
              <a:t>Two students per team</a:t>
            </a:r>
          </a:p>
          <a:p>
            <a:pPr lvl="1"/>
            <a:r>
              <a:rPr lang="en-US" dirty="0"/>
              <a:t>Submit team name and team members at Moodle</a:t>
            </a:r>
          </a:p>
          <a:p>
            <a:r>
              <a:rPr lang="en-US" dirty="0" smtClean="0"/>
              <a:t>Semester </a:t>
            </a:r>
            <a:r>
              <a:rPr lang="en-US" dirty="0" smtClean="0"/>
              <a:t>project</a:t>
            </a:r>
          </a:p>
          <a:p>
            <a:pPr lvl="1"/>
            <a:r>
              <a:rPr lang="en-US" dirty="0" smtClean="0"/>
              <a:t>5 point bonus for the user interface developed to query the database system and display the query outcomes.</a:t>
            </a:r>
          </a:p>
          <a:p>
            <a:pPr lvl="1"/>
            <a:r>
              <a:rPr lang="en-US" dirty="0"/>
              <a:t>Presentations</a:t>
            </a:r>
          </a:p>
          <a:p>
            <a:pPr lvl="2"/>
            <a:r>
              <a:rPr lang="en-US" dirty="0"/>
              <a:t>Planning</a:t>
            </a:r>
          </a:p>
          <a:p>
            <a:pPr lvl="2"/>
            <a:r>
              <a:rPr lang="en-US" dirty="0" smtClean="0"/>
              <a:t>Final</a:t>
            </a:r>
          </a:p>
          <a:p>
            <a:pPr lvl="2"/>
            <a:r>
              <a:rPr lang="en-US" dirty="0" smtClean="0"/>
              <a:t>Presentation dates: Check Moodle</a:t>
            </a:r>
            <a:endParaRPr lang="en-US" dirty="0"/>
          </a:p>
        </p:txBody>
      </p:sp>
    </p:spTree>
    <p:extLst>
      <p:ext uri="{BB962C8B-B14F-4D97-AF65-F5344CB8AC3E}">
        <p14:creationId xmlns:p14="http://schemas.microsoft.com/office/powerpoint/2010/main" val="2883953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042" y="92982"/>
            <a:ext cx="10515600" cy="941161"/>
          </a:xfrm>
        </p:spPr>
        <p:txBody>
          <a:bodyPr/>
          <a:lstStyle/>
          <a:p>
            <a:r>
              <a:rPr lang="en-US" b="1" dirty="0" smtClean="0"/>
              <a:t>Project Planning Presentation</a:t>
            </a:r>
            <a:endParaRPr lang="en-US" b="1" dirty="0"/>
          </a:p>
        </p:txBody>
      </p:sp>
      <p:sp>
        <p:nvSpPr>
          <p:cNvPr id="3" name="Content Placeholder 2"/>
          <p:cNvSpPr>
            <a:spLocks noGrp="1"/>
          </p:cNvSpPr>
          <p:nvPr>
            <p:ph idx="1"/>
          </p:nvPr>
        </p:nvSpPr>
        <p:spPr>
          <a:xfrm>
            <a:off x="337457" y="1034144"/>
            <a:ext cx="11484429" cy="5142820"/>
          </a:xfrm>
        </p:spPr>
        <p:txBody>
          <a:bodyPr>
            <a:normAutofit/>
          </a:bodyPr>
          <a:lstStyle/>
          <a:p>
            <a:r>
              <a:rPr lang="en-US" dirty="0" smtClean="0"/>
              <a:t>Each </a:t>
            </a:r>
            <a:r>
              <a:rPr lang="en-US" dirty="0"/>
              <a:t>team will present the project plan as instructed and submit planning documents before the presentation.</a:t>
            </a:r>
          </a:p>
          <a:p>
            <a:r>
              <a:rPr lang="en-US" dirty="0" smtClean="0"/>
              <a:t>The </a:t>
            </a:r>
            <a:r>
              <a:rPr lang="en-US" dirty="0"/>
              <a:t>presentation must include</a:t>
            </a:r>
          </a:p>
          <a:p>
            <a:pPr lvl="1"/>
            <a:r>
              <a:rPr lang="en-US" dirty="0"/>
              <a:t>Type of the business for which the team will develop a data base model.</a:t>
            </a:r>
          </a:p>
          <a:p>
            <a:pPr lvl="1"/>
            <a:r>
              <a:rPr lang="en-US" dirty="0"/>
              <a:t>Business requirements related to organization and utilization of the data.</a:t>
            </a:r>
          </a:p>
          <a:p>
            <a:pPr lvl="1"/>
            <a:r>
              <a:rPr lang="en-US" dirty="0" smtClean="0"/>
              <a:t>Table </a:t>
            </a:r>
            <a:r>
              <a:rPr lang="en-US" dirty="0"/>
              <a:t>names and their attributes</a:t>
            </a:r>
          </a:p>
          <a:p>
            <a:pPr lvl="1"/>
            <a:r>
              <a:rPr lang="en-US" dirty="0"/>
              <a:t>Data source</a:t>
            </a:r>
          </a:p>
          <a:p>
            <a:pPr lvl="1"/>
            <a:r>
              <a:rPr lang="en-US" dirty="0"/>
              <a:t>Possible relations</a:t>
            </a:r>
          </a:p>
          <a:p>
            <a:pPr lvl="1"/>
            <a:r>
              <a:rPr lang="en-US" dirty="0" smtClean="0"/>
              <a:t>Role </a:t>
            </a:r>
            <a:r>
              <a:rPr lang="en-US" dirty="0"/>
              <a:t>of each team member</a:t>
            </a:r>
          </a:p>
          <a:p>
            <a:pPr lvl="1"/>
            <a:r>
              <a:rPr lang="en-US" dirty="0"/>
              <a:t>Weekly timeline of the project</a:t>
            </a:r>
          </a:p>
          <a:p>
            <a:endParaRPr lang="en-US" dirty="0"/>
          </a:p>
        </p:txBody>
      </p:sp>
    </p:spTree>
    <p:extLst>
      <p:ext uri="{BB962C8B-B14F-4D97-AF65-F5344CB8AC3E}">
        <p14:creationId xmlns:p14="http://schemas.microsoft.com/office/powerpoint/2010/main" val="38993201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371" y="190954"/>
            <a:ext cx="10515600" cy="946603"/>
          </a:xfrm>
        </p:spPr>
        <p:txBody>
          <a:bodyPr/>
          <a:lstStyle/>
          <a:p>
            <a:r>
              <a:rPr lang="en-US" b="1" dirty="0" smtClean="0"/>
              <a:t>Project</a:t>
            </a:r>
            <a:endParaRPr lang="en-US" b="1" dirty="0"/>
          </a:p>
        </p:txBody>
      </p:sp>
      <p:sp>
        <p:nvSpPr>
          <p:cNvPr id="3" name="Content Placeholder 2"/>
          <p:cNvSpPr>
            <a:spLocks noGrp="1"/>
          </p:cNvSpPr>
          <p:nvPr>
            <p:ph idx="1"/>
          </p:nvPr>
        </p:nvSpPr>
        <p:spPr>
          <a:xfrm>
            <a:off x="179614" y="1088570"/>
            <a:ext cx="11642272" cy="5377543"/>
          </a:xfrm>
        </p:spPr>
        <p:txBody>
          <a:bodyPr>
            <a:normAutofit fontScale="55000" lnSpcReduction="20000"/>
          </a:bodyPr>
          <a:lstStyle/>
          <a:p>
            <a:r>
              <a:rPr lang="en-US" dirty="0" smtClean="0"/>
              <a:t>File name format: Team_name.zip</a:t>
            </a:r>
          </a:p>
          <a:p>
            <a:r>
              <a:rPr lang="en-US" dirty="0" smtClean="0"/>
              <a:t>The project must implement the requirements listed below:</a:t>
            </a:r>
          </a:p>
          <a:p>
            <a:r>
              <a:rPr lang="en-US" dirty="0" smtClean="0"/>
              <a:t>At least, 15 tables, 50 attributes in total,</a:t>
            </a:r>
          </a:p>
          <a:p>
            <a:r>
              <a:rPr lang="en-US" dirty="0" smtClean="0"/>
              <a:t>The total number of records must be no less than 300. The data must have diversity for analysis. </a:t>
            </a:r>
          </a:p>
          <a:p>
            <a:r>
              <a:rPr lang="en-US" dirty="0" smtClean="0"/>
              <a:t>The data in tables must utilize cardinality of 1:1, 1:n, m:n</a:t>
            </a:r>
          </a:p>
          <a:p>
            <a:r>
              <a:rPr lang="en-US" dirty="0" smtClean="0"/>
              <a:t>ER diagram must specify structural constraints (min, max) and cardinality constraints</a:t>
            </a:r>
          </a:p>
          <a:p>
            <a:r>
              <a:rPr lang="en-US" dirty="0" smtClean="0"/>
              <a:t>Weak entity, binary and ternary relations must be used</a:t>
            </a:r>
          </a:p>
          <a:p>
            <a:r>
              <a:rPr lang="en-US" dirty="0" smtClean="0"/>
              <a:t>Analyze data for redundancy and explain how you applied </a:t>
            </a:r>
            <a:r>
              <a:rPr lang="en-US" dirty="0" smtClean="0"/>
              <a:t>normalization </a:t>
            </a:r>
            <a:r>
              <a:rPr lang="en-US" dirty="0" smtClean="0"/>
              <a:t>to your data.</a:t>
            </a:r>
          </a:p>
          <a:p>
            <a:r>
              <a:rPr lang="en-US" dirty="0" smtClean="0"/>
              <a:t>All drawing must be done professionally</a:t>
            </a:r>
          </a:p>
          <a:p>
            <a:r>
              <a:rPr lang="en-US" dirty="0" smtClean="0"/>
              <a:t>Submit</a:t>
            </a:r>
          </a:p>
          <a:p>
            <a:pPr lvl="1"/>
            <a:r>
              <a:rPr lang="en-US" dirty="0" smtClean="0"/>
              <a:t>Presentation file </a:t>
            </a:r>
            <a:r>
              <a:rPr lang="en-US" dirty="0" smtClean="0"/>
              <a:t>that includes description of the business, diagrams that show referential integrity among tables, ER-diagram that includes structural constraints, cardinalities, relationship types, and table normalization for the data used.</a:t>
            </a:r>
          </a:p>
          <a:p>
            <a:pPr lvl="1"/>
            <a:r>
              <a:rPr lang="en-US" dirty="0" smtClean="0"/>
              <a:t>Data in an Excel file. The Excel file must have single table per sheet. The firs line must have attributes.</a:t>
            </a:r>
          </a:p>
          <a:p>
            <a:pPr lvl="1"/>
            <a:r>
              <a:rPr lang="en-US" dirty="0" smtClean="0"/>
              <a:t>The SQL-code file that includes 10 SQL code using DDL, 10 SQL query using DML for analysis of the data. The aim of each query must be provided. Use proper heading for each query.</a:t>
            </a:r>
          </a:p>
          <a:p>
            <a:pPr lvl="1"/>
            <a:r>
              <a:rPr lang="en-US" dirty="0" smtClean="0"/>
              <a:t>DDL queries must include triggers and DML queries must include queries with subqueries and aggregations.</a:t>
            </a:r>
          </a:p>
          <a:p>
            <a:r>
              <a:rPr lang="en-US" dirty="0" smtClean="0"/>
              <a:t>Present</a:t>
            </a:r>
          </a:p>
          <a:p>
            <a:pPr lvl="1"/>
            <a:r>
              <a:rPr lang="en-US" dirty="0" smtClean="0"/>
              <a:t>Use the template PPT file</a:t>
            </a:r>
          </a:p>
          <a:p>
            <a:pPr lvl="1"/>
            <a:r>
              <a:rPr lang="en-US" dirty="0" smtClean="0"/>
              <a:t>Description </a:t>
            </a:r>
            <a:r>
              <a:rPr lang="en-US" dirty="0" smtClean="0"/>
              <a:t>of the business, diagrams that show referential integrity among tables, ER-diagram that includes structural constraints, cardinalities, and relationship types.</a:t>
            </a:r>
          </a:p>
          <a:p>
            <a:pPr lvl="1"/>
            <a:r>
              <a:rPr lang="en-US" b="1" dirty="0" smtClean="0">
                <a:solidFill>
                  <a:srgbClr val="FF0000"/>
                </a:solidFill>
              </a:rPr>
              <a:t>ALL</a:t>
            </a:r>
            <a:r>
              <a:rPr lang="en-US" dirty="0" smtClean="0"/>
              <a:t> SQL </a:t>
            </a:r>
            <a:r>
              <a:rPr lang="en-US" dirty="0" smtClean="0"/>
              <a:t>queries with </a:t>
            </a:r>
            <a:r>
              <a:rPr lang="en-US" dirty="0" smtClean="0"/>
              <a:t>their </a:t>
            </a:r>
            <a:r>
              <a:rPr lang="en-US" dirty="0" smtClean="0"/>
              <a:t>results</a:t>
            </a:r>
          </a:p>
        </p:txBody>
      </p:sp>
    </p:spTree>
    <p:extLst>
      <p:ext uri="{BB962C8B-B14F-4D97-AF65-F5344CB8AC3E}">
        <p14:creationId xmlns:p14="http://schemas.microsoft.com/office/powerpoint/2010/main" val="4737733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Study Guidelines</a:t>
            </a:r>
            <a:endParaRPr lang="en-US" dirty="0"/>
          </a:p>
        </p:txBody>
      </p:sp>
      <p:sp>
        <p:nvSpPr>
          <p:cNvPr id="3" name="Content Placeholder 2"/>
          <p:cNvSpPr>
            <a:spLocks noGrp="1"/>
          </p:cNvSpPr>
          <p:nvPr>
            <p:ph idx="1"/>
          </p:nvPr>
        </p:nvSpPr>
        <p:spPr/>
        <p:txBody>
          <a:bodyPr/>
          <a:lstStyle/>
          <a:p>
            <a:r>
              <a:rPr lang="en-US" dirty="0"/>
              <a:t>Read the book and practice questions of the chapter</a:t>
            </a:r>
          </a:p>
          <a:p>
            <a:r>
              <a:rPr lang="en-US" dirty="0" smtClean="0"/>
              <a:t>Do not hesitate to ask questions</a:t>
            </a:r>
          </a:p>
          <a:p>
            <a:r>
              <a:rPr lang="en-US" dirty="0" smtClean="0"/>
              <a:t>Produce your own example for each concept</a:t>
            </a:r>
          </a:p>
          <a:p>
            <a:r>
              <a:rPr lang="en-US" dirty="0" smtClean="0"/>
              <a:t>Consider different possible cases of a real </a:t>
            </a:r>
            <a:r>
              <a:rPr lang="en-US" smtClean="0"/>
              <a:t>world problem</a:t>
            </a:r>
            <a:endParaRPr lang="en-US" dirty="0" smtClean="0"/>
          </a:p>
          <a:p>
            <a:endParaRPr lang="en-US" dirty="0"/>
          </a:p>
        </p:txBody>
      </p:sp>
    </p:spTree>
    <p:extLst>
      <p:ext uri="{BB962C8B-B14F-4D97-AF65-F5344CB8AC3E}">
        <p14:creationId xmlns:p14="http://schemas.microsoft.com/office/powerpoint/2010/main" val="3084999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161</Words>
  <Application>Microsoft Office PowerPoint</Application>
  <PresentationFormat>Widescreen</PresentationFormat>
  <Paragraphs>49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CMPS 339 Database Administration</vt:lpstr>
      <vt:lpstr>Introduction</vt:lpstr>
      <vt:lpstr>Project Planning Presentation</vt:lpstr>
      <vt:lpstr>Project</vt:lpstr>
      <vt:lpstr>Study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CMPS 439/539 Database Systems</dc:title>
  <dc:creator>Omer</dc:creator>
  <cp:lastModifiedBy>Omer</cp:lastModifiedBy>
  <cp:revision>41</cp:revision>
  <dcterms:created xsi:type="dcterms:W3CDTF">2018-01-22T04:45:57Z</dcterms:created>
  <dcterms:modified xsi:type="dcterms:W3CDTF">2018-08-10T22:31:13Z</dcterms:modified>
</cp:coreProperties>
</file>