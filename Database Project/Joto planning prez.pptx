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ato" panose="020B0604020202020204" charset="0"/>
      <p:regular r:id="rId9"/>
      <p:bold r:id="rId10"/>
      <p:italic r:id="rId11"/>
      <p:boldItalic r:id="rId12"/>
    </p:embeddedFont>
    <p:embeddedFont>
      <p:font typeface="Montserrat" panose="020B0604020202020204" charset="0"/>
      <p:regular r:id="rId13"/>
      <p:bold r:id="rId14"/>
      <p:italic r:id="rId15"/>
      <p:boldItalic r:id="rId16"/>
    </p:embeddedFont>
    <p:embeddedFont>
      <p:font typeface="Roboto" panose="020B0604020202020204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68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theme" Target="theme/theme1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2e68f5207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2e68f5207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2f56b6638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2f56b6638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30bbc7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30bbc7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30d777e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30d777e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430d777e65_0_4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430d777e65_0_4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Laser Based Database :D</a:t>
            </a:r>
            <a:endParaRPr dirty="0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66709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By </a:t>
            </a:r>
            <a:r>
              <a:rPr lang="en" dirty="0"/>
              <a:t>Joshua Castaneda &amp; Douglas Goss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	            aka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 	      Team Jot</a:t>
            </a:r>
            <a:r>
              <a:rPr lang="en-US" dirty="0"/>
              <a:t>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04250" y="1152550"/>
            <a:ext cx="30888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business our team will be creating a database for is a local laser-on-wood mapping workshop .</a:t>
            </a:r>
            <a:endParaRPr/>
          </a:p>
        </p:txBody>
      </p:sp>
      <p:pic>
        <p:nvPicPr>
          <p:cNvPr id="142" name="Google Shape;14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37350" y="984025"/>
            <a:ext cx="4132274" cy="3530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450" y="2483301"/>
            <a:ext cx="4163477" cy="23948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8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Keeping Track of Things</a:t>
            </a:r>
            <a:endParaRPr/>
          </a:p>
        </p:txBody>
      </p:sp>
      <p:sp>
        <p:nvSpPr>
          <p:cNvPr id="149" name="Google Shape;149;p15"/>
          <p:cNvSpPr txBox="1">
            <a:spLocks noGrp="1"/>
          </p:cNvSpPr>
          <p:nvPr>
            <p:ph type="body" idx="1"/>
          </p:nvPr>
        </p:nvSpPr>
        <p:spPr>
          <a:xfrm>
            <a:off x="6259300" y="980350"/>
            <a:ext cx="28050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Being a small business, there are numerous things that a workshop owner must keep track of, whether it be employees, orders, materials, etc.</a:t>
            </a: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Data sources will be things such as past invoices and receipts.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6050" y="3058100"/>
            <a:ext cx="5943600" cy="184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5500" y="1192875"/>
            <a:ext cx="5817933" cy="167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SQL Servers are great</a:t>
            </a:r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body" idx="1"/>
          </p:nvPr>
        </p:nvSpPr>
        <p:spPr>
          <a:xfrm>
            <a:off x="5980000" y="1256450"/>
            <a:ext cx="29094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As such, that will be the foundation of our database for its ease of use and being free.</a:t>
            </a:r>
            <a:endParaRPr/>
          </a:p>
        </p:txBody>
      </p:sp>
      <p:pic>
        <p:nvPicPr>
          <p:cNvPr id="158" name="Google Shape;15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60250"/>
            <a:ext cx="5675200" cy="24010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				 Expected Timeline</a:t>
            </a:r>
            <a:endParaRPr/>
          </a:p>
        </p:txBody>
      </p:sp>
      <p:grpSp>
        <p:nvGrpSpPr>
          <p:cNvPr id="164" name="Google Shape;164;p17"/>
          <p:cNvGrpSpPr/>
          <p:nvPr/>
        </p:nvGrpSpPr>
        <p:grpSpPr>
          <a:xfrm>
            <a:off x="4513725" y="2382050"/>
            <a:ext cx="2281027" cy="1754375"/>
            <a:chOff x="4526675" y="2374924"/>
            <a:chExt cx="2281027" cy="1754375"/>
          </a:xfrm>
        </p:grpSpPr>
        <p:sp>
          <p:nvSpPr>
            <p:cNvPr id="165" name="Google Shape;165;p17"/>
            <p:cNvSpPr/>
            <p:nvPr/>
          </p:nvSpPr>
          <p:spPr>
            <a:xfrm>
              <a:off x="4849302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7"/>
            <p:cNvGrpSpPr/>
            <p:nvPr/>
          </p:nvGrpSpPr>
          <p:grpSpPr>
            <a:xfrm>
              <a:off x="4526675" y="2374924"/>
              <a:ext cx="1549800" cy="1754375"/>
              <a:chOff x="4526675" y="2374924"/>
              <a:chExt cx="1549800" cy="1754375"/>
            </a:xfrm>
          </p:grpSpPr>
          <p:grpSp>
            <p:nvGrpSpPr>
              <p:cNvPr id="167" name="Google Shape;167;p17"/>
              <p:cNvGrpSpPr/>
              <p:nvPr/>
            </p:nvGrpSpPr>
            <p:grpSpPr>
              <a:xfrm>
                <a:off x="4808316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68" name="Google Shape;168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69" name="Google Shape;169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0" name="Google Shape;170;p17"/>
              <p:cNvSpPr txBox="1"/>
              <p:nvPr/>
            </p:nvSpPr>
            <p:spPr>
              <a:xfrm>
                <a:off x="4526675" y="3303999"/>
                <a:ext cx="1549800" cy="82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Thorough testing with practical use and routine</a:t>
                </a:r>
                <a:endParaRPr sz="12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1" name="Google Shape;171;p17"/>
              <p:cNvSpPr txBox="1"/>
              <p:nvPr/>
            </p:nvSpPr>
            <p:spPr>
              <a:xfrm>
                <a:off x="4584950" y="2374924"/>
                <a:ext cx="1288800" cy="477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Weeks 5 &amp; 6 of  project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72" name="Google Shape;172;p17"/>
          <p:cNvGrpSpPr/>
          <p:nvPr/>
        </p:nvGrpSpPr>
        <p:grpSpPr>
          <a:xfrm>
            <a:off x="6422850" y="2382050"/>
            <a:ext cx="2721150" cy="2063326"/>
            <a:chOff x="6435800" y="2374924"/>
            <a:chExt cx="2721150" cy="2063326"/>
          </a:xfrm>
        </p:grpSpPr>
        <p:sp>
          <p:nvSpPr>
            <p:cNvPr id="173" name="Google Shape;173;p17"/>
            <p:cNvSpPr/>
            <p:nvPr/>
          </p:nvSpPr>
          <p:spPr>
            <a:xfrm>
              <a:off x="6807650" y="3079475"/>
              <a:ext cx="23493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7"/>
            <p:cNvGrpSpPr/>
            <p:nvPr/>
          </p:nvGrpSpPr>
          <p:grpSpPr>
            <a:xfrm>
              <a:off x="6435800" y="2374924"/>
              <a:ext cx="2494573" cy="2063326"/>
              <a:chOff x="6435800" y="2374924"/>
              <a:chExt cx="2494573" cy="2063326"/>
            </a:xfrm>
          </p:grpSpPr>
          <p:grpSp>
            <p:nvGrpSpPr>
              <p:cNvPr id="175" name="Google Shape;175;p17"/>
              <p:cNvGrpSpPr/>
              <p:nvPr/>
            </p:nvGrpSpPr>
            <p:grpSpPr>
              <a:xfrm rot="10800000">
                <a:off x="6760035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76" name="Google Shape;176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77" name="Google Shape;177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78" name="Google Shape;178;p17"/>
              <p:cNvSpPr txBox="1"/>
              <p:nvPr/>
            </p:nvSpPr>
            <p:spPr>
              <a:xfrm>
                <a:off x="6435800" y="2374924"/>
                <a:ext cx="1247100" cy="69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Weeks 7 &amp; 8 of project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sp>
            <p:nvSpPr>
              <p:cNvPr id="179" name="Google Shape;179;p17"/>
              <p:cNvSpPr txBox="1"/>
              <p:nvPr/>
            </p:nvSpPr>
            <p:spPr>
              <a:xfrm>
                <a:off x="6676773" y="3494450"/>
                <a:ext cx="22536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Final errors being dealt with and overall polishing of finale product</a:t>
                </a:r>
                <a:r>
                  <a:rPr lang="en" sz="800">
                    <a:latin typeface="Roboto"/>
                    <a:ea typeface="Roboto"/>
                    <a:cs typeface="Roboto"/>
                    <a:sym typeface="Roboto"/>
                  </a:rPr>
                  <a:t>.</a:t>
                </a:r>
                <a:endParaRPr sz="800" b="1"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0" name="Google Shape;180;p17"/>
          <p:cNvGrpSpPr/>
          <p:nvPr/>
        </p:nvGrpSpPr>
        <p:grpSpPr>
          <a:xfrm>
            <a:off x="370225" y="2416975"/>
            <a:ext cx="2507825" cy="1795550"/>
            <a:chOff x="383175" y="2409849"/>
            <a:chExt cx="2507825" cy="1795550"/>
          </a:xfrm>
        </p:grpSpPr>
        <p:sp>
          <p:nvSpPr>
            <p:cNvPr id="181" name="Google Shape;181;p17"/>
            <p:cNvSpPr/>
            <p:nvPr/>
          </p:nvSpPr>
          <p:spPr>
            <a:xfrm>
              <a:off x="932600" y="3079475"/>
              <a:ext cx="1958400" cy="133500"/>
            </a:xfrm>
            <a:prstGeom prst="rect">
              <a:avLst/>
            </a:prstGeom>
            <a:solidFill>
              <a:srgbClr val="0E945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2" name="Google Shape;182;p17"/>
            <p:cNvGrpSpPr/>
            <p:nvPr/>
          </p:nvGrpSpPr>
          <p:grpSpPr>
            <a:xfrm>
              <a:off x="383175" y="2409849"/>
              <a:ext cx="1732350" cy="1795550"/>
              <a:chOff x="383175" y="2409849"/>
              <a:chExt cx="1732350" cy="1795550"/>
            </a:xfrm>
          </p:grpSpPr>
          <p:sp>
            <p:nvSpPr>
              <p:cNvPr id="183" name="Google Shape;183;p17"/>
              <p:cNvSpPr txBox="1"/>
              <p:nvPr/>
            </p:nvSpPr>
            <p:spPr>
              <a:xfrm>
                <a:off x="383175" y="3291299"/>
                <a:ext cx="1452900" cy="914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1. Outlining the database needs/parameters</a:t>
                </a:r>
                <a:endParaRPr sz="12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84" name="Google Shape;184;p17"/>
              <p:cNvGrpSpPr/>
              <p:nvPr/>
            </p:nvGrpSpPr>
            <p:grpSpPr>
              <a:xfrm>
                <a:off x="881025" y="2800065"/>
                <a:ext cx="92400" cy="411825"/>
                <a:chOff x="845575" y="2563700"/>
                <a:chExt cx="92400" cy="411825"/>
              </a:xfrm>
            </p:grpSpPr>
            <p:cxnSp>
              <p:nvCxnSpPr>
                <p:cNvPr id="185" name="Google Shape;185;p17"/>
                <p:cNvCxnSpPr/>
                <p:nvPr/>
              </p:nvCxnSpPr>
              <p:spPr>
                <a:xfrm>
                  <a:off x="891775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86" name="Google Shape;186;p17"/>
                <p:cNvSpPr/>
                <p:nvPr/>
              </p:nvSpPr>
              <p:spPr>
                <a:xfrm>
                  <a:off x="845575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87" name="Google Shape;187;p17"/>
              <p:cNvSpPr txBox="1"/>
              <p:nvPr/>
            </p:nvSpPr>
            <p:spPr>
              <a:xfrm>
                <a:off x="823125" y="2409849"/>
                <a:ext cx="1292400" cy="391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1 &amp; 2 of project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  <p:grpSp>
        <p:nvGrpSpPr>
          <p:cNvPr id="188" name="Google Shape;188;p17"/>
          <p:cNvGrpSpPr/>
          <p:nvPr/>
        </p:nvGrpSpPr>
        <p:grpSpPr>
          <a:xfrm>
            <a:off x="2465875" y="2416975"/>
            <a:ext cx="2377502" cy="2028400"/>
            <a:chOff x="2471850" y="2409849"/>
            <a:chExt cx="2377502" cy="2028400"/>
          </a:xfrm>
        </p:grpSpPr>
        <p:sp>
          <p:nvSpPr>
            <p:cNvPr id="189" name="Google Shape;189;p17"/>
            <p:cNvSpPr/>
            <p:nvPr/>
          </p:nvSpPr>
          <p:spPr>
            <a:xfrm>
              <a:off x="2890952" y="3079475"/>
              <a:ext cx="1958400" cy="133500"/>
            </a:xfrm>
            <a:prstGeom prst="rect">
              <a:avLst/>
            </a:prstGeom>
            <a:solidFill>
              <a:srgbClr val="08563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0" name="Google Shape;190;p17"/>
            <p:cNvGrpSpPr/>
            <p:nvPr/>
          </p:nvGrpSpPr>
          <p:grpSpPr>
            <a:xfrm>
              <a:off x="2471850" y="2409849"/>
              <a:ext cx="1858200" cy="2028400"/>
              <a:chOff x="2471850" y="2409849"/>
              <a:chExt cx="1858200" cy="2028400"/>
            </a:xfrm>
          </p:grpSpPr>
          <p:sp>
            <p:nvSpPr>
              <p:cNvPr id="191" name="Google Shape;191;p17"/>
              <p:cNvSpPr txBox="1"/>
              <p:nvPr/>
            </p:nvSpPr>
            <p:spPr>
              <a:xfrm>
                <a:off x="2522375" y="2409849"/>
                <a:ext cx="1213800" cy="483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ctr" rtl="0">
                  <a:lnSpc>
                    <a:spcPct val="115000"/>
                  </a:lnSpc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8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Week 3 &amp; 4 of project </a:t>
                </a:r>
                <a:endParaRPr sz="8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  <p:grpSp>
            <p:nvGrpSpPr>
              <p:cNvPr id="192" name="Google Shape;192;p17"/>
              <p:cNvGrpSpPr/>
              <p:nvPr/>
            </p:nvGrpSpPr>
            <p:grpSpPr>
              <a:xfrm rot="10800000">
                <a:off x="2849073" y="3079467"/>
                <a:ext cx="92400" cy="411825"/>
                <a:chOff x="2070100" y="2563700"/>
                <a:chExt cx="92400" cy="411825"/>
              </a:xfrm>
            </p:grpSpPr>
            <p:cxnSp>
              <p:nvCxnSpPr>
                <p:cNvPr id="193" name="Google Shape;193;p17"/>
                <p:cNvCxnSpPr/>
                <p:nvPr/>
              </p:nvCxnSpPr>
              <p:spPr>
                <a:xfrm>
                  <a:off x="2116300" y="2616125"/>
                  <a:ext cx="0" cy="3594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</p:cxnSp>
            <p:sp>
              <p:nvSpPr>
                <p:cNvPr id="194" name="Google Shape;194;p17"/>
                <p:cNvSpPr/>
                <p:nvPr/>
              </p:nvSpPr>
              <p:spPr>
                <a:xfrm>
                  <a:off x="2070100" y="2563700"/>
                  <a:ext cx="92400" cy="92400"/>
                </a:xfrm>
                <a:prstGeom prst="ellipse">
                  <a:avLst/>
                </a:pr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sp>
            <p:nvSpPr>
              <p:cNvPr id="195" name="Google Shape;195;p17"/>
              <p:cNvSpPr txBox="1"/>
              <p:nvPr/>
            </p:nvSpPr>
            <p:spPr>
              <a:xfrm>
                <a:off x="2471850" y="3494449"/>
                <a:ext cx="1858200" cy="943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1600"/>
                  </a:spcAft>
                  <a:buNone/>
                </a:pPr>
                <a:r>
                  <a:rPr lang="en" sz="1200" b="1">
                    <a:solidFill>
                      <a:srgbClr val="FFFF00"/>
                    </a:solidFill>
                    <a:latin typeface="Roboto"/>
                    <a:ea typeface="Roboto"/>
                    <a:cs typeface="Roboto"/>
                    <a:sym typeface="Roboto"/>
                  </a:rPr>
                  <a:t>Early implementation and testing of database systems</a:t>
                </a:r>
                <a:endParaRPr sz="1200" b="1">
                  <a:solidFill>
                    <a:srgbClr val="FFFF00"/>
                  </a:solidFill>
                  <a:latin typeface="Roboto"/>
                  <a:ea typeface="Roboto"/>
                  <a:cs typeface="Roboto"/>
                  <a:sym typeface="Roboto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Member Roles</a:t>
            </a:r>
            <a:endParaRPr/>
          </a:p>
        </p:txBody>
      </p:sp>
      <p:sp>
        <p:nvSpPr>
          <p:cNvPr id="201" name="Google Shape;201;p18"/>
          <p:cNvSpPr txBox="1">
            <a:spLocks noGrp="1"/>
          </p:cNvSpPr>
          <p:nvPr>
            <p:ph type="body" idx="1"/>
          </p:nvPr>
        </p:nvSpPr>
        <p:spPr>
          <a:xfrm>
            <a:off x="1242200" y="1401625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As of now, we plan on simply splitting the work 50/50.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Though once we get more into the specifics (more likely the specific problems) then we’ll delegate between ourselves accordingly. 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But as for now...</a:t>
            </a:r>
            <a:endParaRPr sz="140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400"/>
              <a:t>50/50 sounds pretty fair.</a:t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</Words>
  <Application>Microsoft Office PowerPoint</Application>
  <PresentationFormat>On-screen Show (16:9)</PresentationFormat>
  <Paragraphs>25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Roboto</vt:lpstr>
      <vt:lpstr>Arial</vt:lpstr>
      <vt:lpstr>Montserrat</vt:lpstr>
      <vt:lpstr>Lato</vt:lpstr>
      <vt:lpstr>Focus</vt:lpstr>
      <vt:lpstr>Laser Based Database :D</vt:lpstr>
      <vt:lpstr>Business </vt:lpstr>
      <vt:lpstr>Keeping Track of Things</vt:lpstr>
      <vt:lpstr>SQL Servers are great</vt:lpstr>
      <vt:lpstr>      Expected Timeline</vt:lpstr>
      <vt:lpstr>Member Roles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Laser Based Database :D</dc:title>
  <cp:lastModifiedBy>Jokemaster'sComputer</cp:lastModifiedBy>
  <cp:revision>1</cp:revision>
  <dcterms:modified xsi:type="dcterms:W3CDTF">2018-10-02T21:27:51Z</dcterms:modified>
</cp:coreProperties>
</file>